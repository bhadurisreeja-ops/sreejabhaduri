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1F149B-40BA-FF49-2968-6677EE401EA7}" v="47" dt="2026-08-12T08:12:3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esh Jagtap" userId="9d262760-0b24-40a5-9143-5c71b0bb4c4a" providerId="ADAL" clId="{B37916AE-AEC1-4FC4-94EA-B04960AD675E}"/>
    <pc:docChg chg="modSld">
      <pc:chgData name="Nilesh Jagtap" userId="9d262760-0b24-40a5-9143-5c71b0bb4c4a" providerId="ADAL" clId="{B37916AE-AEC1-4FC4-94EA-B04960AD675E}" dt="2026-08-12T08:17:24.311" v="12" actId="255"/>
      <pc:docMkLst>
        <pc:docMk/>
      </pc:docMkLst>
      <pc:sldChg chg="addSp modSp mod">
        <pc:chgData name="Nilesh Jagtap" userId="9d262760-0b24-40a5-9143-5c71b0bb4c4a" providerId="ADAL" clId="{B37916AE-AEC1-4FC4-94EA-B04960AD675E}" dt="2026-08-12T08:17:24.311" v="12" actId="255"/>
        <pc:sldMkLst>
          <pc:docMk/>
          <pc:sldMk cId="4118725443" sldId="256"/>
        </pc:sldMkLst>
        <pc:spChg chg="mod">
          <ac:chgData name="Nilesh Jagtap" userId="9d262760-0b24-40a5-9143-5c71b0bb4c4a" providerId="ADAL" clId="{B37916AE-AEC1-4FC4-94EA-B04960AD675E}" dt="2026-08-12T08:17:24.311" v="12" actId="255"/>
          <ac:spMkLst>
            <pc:docMk/>
            <pc:sldMk cId="4118725443" sldId="256"/>
            <ac:spMk id="14" creationId="{876BB296-3702-8778-EF77-36C4B1AE9833}"/>
          </ac:spMkLst>
        </pc:spChg>
        <pc:spChg chg="mod">
          <ac:chgData name="Nilesh Jagtap" userId="9d262760-0b24-40a5-9143-5c71b0bb4c4a" providerId="ADAL" clId="{B37916AE-AEC1-4FC4-94EA-B04960AD675E}" dt="2026-08-12T08:17:16.354" v="11" actId="255"/>
          <ac:spMkLst>
            <pc:docMk/>
            <pc:sldMk cId="4118725443" sldId="256"/>
            <ac:spMk id="16" creationId="{FA889475-6B9A-D494-BCC9-D62C295919E3}"/>
          </ac:spMkLst>
        </pc:spChg>
        <pc:cxnChg chg="add mod">
          <ac:chgData name="Nilesh Jagtap" userId="9d262760-0b24-40a5-9143-5c71b0bb4c4a" providerId="ADAL" clId="{B37916AE-AEC1-4FC4-94EA-B04960AD675E}" dt="2026-08-12T08:16:26.842" v="8" actId="1038"/>
          <ac:cxnSpMkLst>
            <pc:docMk/>
            <pc:sldMk cId="4118725443" sldId="256"/>
            <ac:cxnSpMk id="3" creationId="{2E9A7B93-D37A-E650-37F5-499CE5F8A1DF}"/>
          </ac:cxnSpMkLst>
        </pc:cxnChg>
      </pc:sldChg>
    </pc:docChg>
  </pc:docChgLst>
  <pc:docChgLst>
    <pc:chgData name="Kiran Ahire" userId="S::kiran.ahire@tomtom.com::eb413517-7e87-43f8-bf3a-da6f98ba3c5d" providerId="AD" clId="Web-{131F149B-40BA-FF49-2968-6677EE401EA7}"/>
    <pc:docChg chg="modSld">
      <pc:chgData name="Kiran Ahire" userId="S::kiran.ahire@tomtom.com::eb413517-7e87-43f8-bf3a-da6f98ba3c5d" providerId="AD" clId="Web-{131F149B-40BA-FF49-2968-6677EE401EA7}" dt="2026-08-12T08:12:35.586" v="34" actId="20577"/>
      <pc:docMkLst>
        <pc:docMk/>
      </pc:docMkLst>
      <pc:sldChg chg="modSp">
        <pc:chgData name="Kiran Ahire" userId="S::kiran.ahire@tomtom.com::eb413517-7e87-43f8-bf3a-da6f98ba3c5d" providerId="AD" clId="Web-{131F149B-40BA-FF49-2968-6677EE401EA7}" dt="2026-08-12T08:12:35.586" v="34" actId="20577"/>
        <pc:sldMkLst>
          <pc:docMk/>
          <pc:sldMk cId="4118725443" sldId="256"/>
        </pc:sldMkLst>
        <pc:spChg chg="mod">
          <ac:chgData name="Kiran Ahire" userId="S::kiran.ahire@tomtom.com::eb413517-7e87-43f8-bf3a-da6f98ba3c5d" providerId="AD" clId="Web-{131F149B-40BA-FF49-2968-6677EE401EA7}" dt="2026-08-12T08:12:35.586" v="34" actId="20577"/>
          <ac:spMkLst>
            <pc:docMk/>
            <pc:sldMk cId="4118725443" sldId="256"/>
            <ac:spMk id="6" creationId="{84D87543-F0FC-7EC4-8AC1-31477A4036A5}"/>
          </ac:spMkLst>
        </pc:spChg>
        <pc:spChg chg="mod">
          <ac:chgData name="Kiran Ahire" userId="S::kiran.ahire@tomtom.com::eb413517-7e87-43f8-bf3a-da6f98ba3c5d" providerId="AD" clId="Web-{131F149B-40BA-FF49-2968-6677EE401EA7}" dt="2026-08-12T08:10:23.036" v="20" actId="1076"/>
          <ac:spMkLst>
            <pc:docMk/>
            <pc:sldMk cId="4118725443" sldId="256"/>
            <ac:spMk id="16" creationId="{FA889475-6B9A-D494-BCC9-D62C295919E3}"/>
          </ac:spMkLst>
        </pc:spChg>
        <pc:spChg chg="mod">
          <ac:chgData name="Kiran Ahire" userId="S::kiran.ahire@tomtom.com::eb413517-7e87-43f8-bf3a-da6f98ba3c5d" providerId="AD" clId="Web-{131F149B-40BA-FF49-2968-6677EE401EA7}" dt="2026-08-12T08:09:26.850" v="11" actId="14100"/>
          <ac:spMkLst>
            <pc:docMk/>
            <pc:sldMk cId="4118725443" sldId="256"/>
            <ac:spMk id="20" creationId="{97FA3F64-98B1-36EE-2C8F-ADF0B1AC3DD9}"/>
          </ac:spMkLst>
        </pc:spChg>
        <pc:spChg chg="mod">
          <ac:chgData name="Kiran Ahire" userId="S::kiran.ahire@tomtom.com::eb413517-7e87-43f8-bf3a-da6f98ba3c5d" providerId="AD" clId="Web-{131F149B-40BA-FF49-2968-6677EE401EA7}" dt="2026-08-12T08:11:37.163" v="24" actId="1076"/>
          <ac:spMkLst>
            <pc:docMk/>
            <pc:sldMk cId="4118725443" sldId="256"/>
            <ac:spMk id="24" creationId="{4F3B5B66-4F81-4E73-802C-1DD727B01159}"/>
          </ac:spMkLst>
        </pc:spChg>
        <pc:spChg chg="mod">
          <ac:chgData name="Kiran Ahire" userId="S::kiran.ahire@tomtom.com::eb413517-7e87-43f8-bf3a-da6f98ba3c5d" providerId="AD" clId="Web-{131F149B-40BA-FF49-2968-6677EE401EA7}" dt="2026-08-12T08:11:54.741" v="32" actId="1076"/>
          <ac:spMkLst>
            <pc:docMk/>
            <pc:sldMk cId="4118725443" sldId="256"/>
            <ac:spMk id="25" creationId="{49D5DA15-DE3F-AC21-C5F4-20915FE25597}"/>
          </ac:spMkLst>
        </pc:spChg>
        <pc:picChg chg="mod">
          <ac:chgData name="Kiran Ahire" userId="S::kiran.ahire@tomtom.com::eb413517-7e87-43f8-bf3a-da6f98ba3c5d" providerId="AD" clId="Web-{131F149B-40BA-FF49-2968-6677EE401EA7}" dt="2026-08-12T08:10:51.646" v="23" actId="14100"/>
          <ac:picMkLst>
            <pc:docMk/>
            <pc:sldMk cId="4118725443" sldId="256"/>
            <ac:picMk id="10" creationId="{D2353C1D-4961-E795-0B64-4C3AE125FB91}"/>
          </ac:picMkLst>
        </pc:picChg>
        <pc:picChg chg="mod">
          <ac:chgData name="Kiran Ahire" userId="S::kiran.ahire@tomtom.com::eb413517-7e87-43f8-bf3a-da6f98ba3c5d" providerId="AD" clId="Web-{131F149B-40BA-FF49-2968-6677EE401EA7}" dt="2026-08-12T08:09:53.128" v="18" actId="14100"/>
          <ac:picMkLst>
            <pc:docMk/>
            <pc:sldMk cId="4118725443" sldId="256"/>
            <ac:picMk id="12" creationId="{29AAD025-7AB7-90FF-02EB-A68CD50DF3B4}"/>
          </ac:picMkLst>
        </pc:picChg>
        <pc:picChg chg="mod">
          <ac:chgData name="Kiran Ahire" userId="S::kiran.ahire@tomtom.com::eb413517-7e87-43f8-bf3a-da6f98ba3c5d" providerId="AD" clId="Web-{131F149B-40BA-FF49-2968-6677EE401EA7}" dt="2026-08-12T08:12:14.398" v="33" actId="14100"/>
          <ac:picMkLst>
            <pc:docMk/>
            <pc:sldMk cId="4118725443" sldId="256"/>
            <ac:picMk id="21" creationId="{DDF7F5A2-EE9C-A447-B490-9B582899BBEA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CE57B-CC08-4355-BE87-FB6384CE6E31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DB8B5-EE61-4BBF-8301-60377C7E5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DB8B5-EE61-4BBF-8301-60377C7E5B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558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5080-4C22-8611-F0EC-1348DA0EC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F1111-7B32-FD48-F4E9-F57871BEA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0D26F-5FC9-B076-F8E6-04864E3A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D91F4-A630-66D9-8F99-A473FAC7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CE88-5DBB-5775-2018-2E74529A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897F-AA07-4EBF-9307-3B5CFF40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58B16-0461-3BA3-A5FE-00F396EB8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6421B-1B51-4FFB-DBAA-8EF5FB1F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D7CE9-C55A-B0C2-EF24-B1821430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AC5B2-F09D-1CEF-2494-99791A5B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CF58-352F-0EAB-35BC-98FCE39F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AC762-3BD7-CE8C-1EA4-84DC8FFB1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FD05F-7E7D-3F0A-9247-32C660EDC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696E-3006-5946-FDA2-C82CA86D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D5A56-744F-041B-8E68-5CD0BDFC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1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2E4B-3458-6031-ACA0-D8D835FA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65745-65AC-0E45-9F5F-21D886E0C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3A4F9-54BE-5AAB-B5D1-0A02E06FE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281A3-FD23-C3DE-E741-BAEB31AB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5BCE5-BC26-866F-44C7-FC1D726A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8EDE6-F2B8-C1D5-4944-0FD4B03B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0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4D4D-5F63-4D5D-2001-4A2CA1FD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E2051-1647-632B-2223-049C457A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FD5A0-94ED-B30F-B347-679D31A38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DC56-BCBB-C131-B84B-62E1B5DC9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A5D49-07EE-DB19-EFF6-2D948C826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AA7E6-9C6D-45CF-57DF-CF27A98A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B410C-5DDC-2202-20F5-0DADBF61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89A91-B9C0-E3B2-1ED1-53106992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FFEC-E42D-2104-E9CE-5DC14C75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053B0-1743-2743-315C-649DFD6D5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A7A1F-74B3-C96F-9B81-D48D67C0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54310-B1BD-4BA4-38F4-8498B363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6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308F4-8182-4877-6559-07BEF9F6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9E5AF-9A90-8916-D6FD-50D31B45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C686-D96E-337B-8C55-4D69EA64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8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106-4C12-FAEC-3632-76CF01F4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35B1-A866-9A9D-911F-7E9D0D56F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F8B10-FA70-3556-46F1-ECBF5FCEB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95094-4F4B-31A0-086D-2ED32DB8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BC0B5-2E37-823F-1D7E-4B8F5733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01C34-7A5D-99FF-7DD9-699BFC41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5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5AF9-5F0C-D102-62A4-D238C52D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2A327-AF1B-F0B6-8E5B-E6730361D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2B8B8-7D50-81C8-C8B1-52F9947BD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689E6-E2DC-28AD-D3BB-5FF596B9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C6135-D983-614B-DEDA-65156D1E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85F31-E736-CE7C-BC88-674592F1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90EE-D812-9341-D8F1-18B7A1D4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E4501-90F2-7FFE-59EC-51F2D3B65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8A0CE-4343-FE0E-F85B-F71B848E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52B7B-FF28-0EE6-2092-47C3D3B6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DEA50-ED00-DC18-8F33-ED85749F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6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A5EEF-2D8F-5D44-6255-271CD48C4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FA0B-4F45-3215-DC76-7ABE5B5B0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4C022-942E-4D67-A1FF-EF3EAA34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1BA5-40EE-E486-E356-13C14D92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1F81D-8FEE-D9C4-FB39-9CD877C26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953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CC3B9-D8A7-4CDE-F8DB-8949722F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834D8-F6E6-0CCB-3E9D-D1A13C136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E18E0-64F2-FC93-76F7-47C830579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36611-C73D-432C-9C57-653986BBAC7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24AE0-7B5E-DFBD-D8CD-C20950E6A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D7440-12E2-18EF-448D-124C7832A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F1D12-EFE7-4BB4-854E-EE6EBF983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6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BEAA1-A472-9A90-F147-334D10DCE244}"/>
              </a:ext>
            </a:extLst>
          </p:cNvPr>
          <p:cNvGrpSpPr/>
          <p:nvPr/>
        </p:nvGrpSpPr>
        <p:grpSpPr>
          <a:xfrm>
            <a:off x="194734" y="169334"/>
            <a:ext cx="11828692" cy="6561666"/>
            <a:chOff x="287866" y="232798"/>
            <a:chExt cx="11751733" cy="6498201"/>
          </a:xfrm>
        </p:grpSpPr>
        <p:pic>
          <p:nvPicPr>
            <p:cNvPr id="4" name="Picture 3" descr="A red cityscape with trees and buildings&#10;&#10;Description automatically generated">
              <a:extLst>
                <a:ext uri="{FF2B5EF4-FFF2-40B4-BE49-F238E27FC236}">
                  <a16:creationId xmlns:a16="http://schemas.microsoft.com/office/drawing/2014/main" id="{D9DA0ED5-7E25-7D53-FB7A-1360E69DE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rcRect b="26877"/>
            <a:stretch>
              <a:fillRect/>
            </a:stretch>
          </p:blipFill>
          <p:spPr>
            <a:xfrm>
              <a:off x="294055" y="2766411"/>
              <a:ext cx="11741523" cy="39645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D87543-F0FC-7EC4-8AC1-31477A4036A5}"/>
                </a:ext>
              </a:extLst>
            </p:cNvPr>
            <p:cNvSpPr txBox="1">
              <a:spLocks/>
            </p:cNvSpPr>
            <p:nvPr/>
          </p:nvSpPr>
          <p:spPr>
            <a:xfrm>
              <a:off x="721477" y="2525609"/>
              <a:ext cx="4436167" cy="51815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800" b="1">
                  <a:solidFill>
                    <a:srgbClr val="DF1B12"/>
                  </a:solidFill>
                  <a:latin typeface="Proxima Nova Rg"/>
                </a:rPr>
                <a:t>Sreeja Bhaduri</a:t>
              </a:r>
              <a:r>
                <a:rPr lang="en-US" sz="2800" b="1" dirty="0" err="1">
                  <a:solidFill>
                    <a:srgbClr val="DF1B12"/>
                  </a:solidFill>
                  <a:latin typeface="Proxima Nova Rg"/>
                </a:rPr>
                <a:t/>
              </a:r>
              <a:endParaRPr lang="en-US" sz="2800" b="1" dirty="0">
                <a:solidFill>
                  <a:srgbClr val="DF1B12"/>
                </a:solidFill>
                <a:latin typeface="Proxima Nova Rg"/>
              </a:endParaRPr>
            </a:p>
          </p:txBody>
        </p:sp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D2353C1D-4961-E795-0B64-4C3AE125F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6565" y="436878"/>
              <a:ext cx="2421132" cy="762446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99AACF-12D7-6391-4336-3C6C0F5649FF}"/>
                </a:ext>
              </a:extLst>
            </p:cNvPr>
            <p:cNvCxnSpPr>
              <a:cxnSpLocks/>
            </p:cNvCxnSpPr>
            <p:nvPr/>
          </p:nvCxnSpPr>
          <p:spPr>
            <a:xfrm>
              <a:off x="10980209" y="600469"/>
              <a:ext cx="0" cy="48873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magnifying glass on a map&#10;&#10;Description automatically generated">
              <a:extLst>
                <a:ext uri="{FF2B5EF4-FFF2-40B4-BE49-F238E27FC236}">
                  <a16:creationId xmlns:a16="http://schemas.microsoft.com/office/drawing/2014/main" id="{29AAD025-7AB7-90FF-02EB-A68CD50DF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37697" y="583299"/>
              <a:ext cx="526864" cy="50702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BB296-3702-8778-EF77-36C4B1AE9833}"/>
                </a:ext>
              </a:extLst>
            </p:cNvPr>
            <p:cNvSpPr txBox="1">
              <a:spLocks/>
            </p:cNvSpPr>
            <p:nvPr/>
          </p:nvSpPr>
          <p:spPr>
            <a:xfrm>
              <a:off x="721477" y="1877283"/>
              <a:ext cx="4238871" cy="392702"/>
            </a:xfrm>
            <a:prstGeom prst="rect">
              <a:avLst/>
            </a:prstGeom>
            <a:noFill/>
          </p:spPr>
          <p:txBody>
            <a:bodyPr wrap="square" lIns="57423" tIns="28711" rIns="57423" bIns="28711" rtlCol="0" anchor="t">
              <a:spAutoFit/>
            </a:bodyPr>
            <a:lstStyle/>
            <a:p>
              <a:r>
                <a:rPr lang="en-US" sz="2200" b="1" spc="63" dirty="0">
                  <a:latin typeface="Gilroy Bold"/>
                </a:rPr>
                <a:t>This certificate is awarded to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164B770-35B6-855D-3528-4212B618D341}"/>
                </a:ext>
              </a:extLst>
            </p:cNvPr>
            <p:cNvSpPr>
              <a:spLocks/>
            </p:cNvSpPr>
            <p:nvPr/>
          </p:nvSpPr>
          <p:spPr>
            <a:xfrm>
              <a:off x="287866" y="232798"/>
              <a:ext cx="11751733" cy="6498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62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889475-6B9A-D494-BCC9-D62C295919E3}"/>
                </a:ext>
              </a:extLst>
            </p:cNvPr>
            <p:cNvSpPr txBox="1">
              <a:spLocks/>
            </p:cNvSpPr>
            <p:nvPr/>
          </p:nvSpPr>
          <p:spPr>
            <a:xfrm>
              <a:off x="698879" y="3272133"/>
              <a:ext cx="10924389" cy="1063261"/>
            </a:xfrm>
            <a:prstGeom prst="rect">
              <a:avLst/>
            </a:prstGeom>
            <a:noFill/>
          </p:spPr>
          <p:txBody>
            <a:bodyPr wrap="square" lIns="57423" tIns="28711" rIns="57423" bIns="28711" rtlCol="0" anchor="t">
              <a:spAutoFit/>
            </a:bodyPr>
            <a:lstStyle/>
            <a:p>
              <a:r>
                <a:rPr lang="en-US" sz="2200" b="1" spc="63" dirty="0">
                  <a:latin typeface="Gilroy Bold"/>
                </a:rPr>
                <a:t>In recognition of your participation in MapCup Asia Pacific 2026 and your valuable contribution throughout the 31-day mapping campaign toward improving and enriching OpenStreetMap.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74EB7D-3EB8-BEB2-64EA-2F4BEADF2123}"/>
                </a:ext>
              </a:extLst>
            </p:cNvPr>
            <p:cNvSpPr txBox="1">
              <a:spLocks/>
            </p:cNvSpPr>
            <p:nvPr/>
          </p:nvSpPr>
          <p:spPr>
            <a:xfrm>
              <a:off x="1312456" y="5105834"/>
              <a:ext cx="3585674" cy="606062"/>
            </a:xfrm>
            <a:prstGeom prst="rect">
              <a:avLst/>
            </a:prstGeom>
            <a:noFill/>
          </p:spPr>
          <p:txBody>
            <a:bodyPr wrap="square" lIns="57423" tIns="28711" rIns="57423" bIns="28711" rtlCol="0" anchor="t">
              <a:spAutoFit/>
            </a:bodyPr>
            <a:lstStyle/>
            <a:p>
              <a:r>
                <a:rPr lang="en-US" b="1" spc="63" dirty="0">
                  <a:solidFill>
                    <a:srgbClr val="FF0000"/>
                  </a:solidFill>
                  <a:latin typeface="Gilroy Bold"/>
                </a:rPr>
                <a:t>Date : </a:t>
              </a:r>
              <a:r>
                <a:rPr lang="en-US" b="1" spc="63">
                  <a:solidFill>
                    <a:srgbClr val="FF0000"/>
                  </a:solidFill>
                  <a:latin typeface="Gilroy Bold"/>
                </a:rPr>
                <a:t>31st July, 2026</a:t>
              </a:r>
              <a:br>
                <a:rPr lang="en-US" b="1" spc="63" dirty="0">
                  <a:solidFill>
                    <a:srgbClr val="FF0000"/>
                  </a:solidFill>
                  <a:latin typeface="Gilroy Bold"/>
                </a:rPr>
              </a:br>
              <a:endParaRPr lang="en-US" b="1" spc="63" dirty="0">
                <a:solidFill>
                  <a:srgbClr val="FF0000"/>
                </a:solidFill>
                <a:latin typeface="Gilroy Bold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7FA3F64-98B1-36EE-2C8F-ADF0B1AC3DD9}"/>
                </a:ext>
              </a:extLst>
            </p:cNvPr>
            <p:cNvSpPr txBox="1">
              <a:spLocks/>
            </p:cNvSpPr>
            <p:nvPr/>
          </p:nvSpPr>
          <p:spPr>
            <a:xfrm>
              <a:off x="1312456" y="5761690"/>
              <a:ext cx="2489366" cy="331742"/>
            </a:xfrm>
            <a:prstGeom prst="rect">
              <a:avLst/>
            </a:prstGeom>
            <a:noFill/>
          </p:spPr>
          <p:txBody>
            <a:bodyPr wrap="square" lIns="57423" tIns="28711" rIns="57423" bIns="28711" rtlCol="0" anchor="t">
              <a:spAutoFit/>
            </a:bodyPr>
            <a:lstStyle/>
            <a:p>
              <a:r>
                <a:rPr lang="en-US" b="1" spc="63">
                  <a:solidFill>
                    <a:srgbClr val="FF0000"/>
                  </a:solidFill>
                  <a:latin typeface="Gilroy Bold"/>
                </a:rPr>
                <a:t>Place : Asia Pacific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DF7F5A2-EE9C-A447-B490-9B582899B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549" y="5759892"/>
              <a:ext cx="266653" cy="33353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AB6CAC6-ACC3-8DE9-E980-E7B685C96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9652" y="5136728"/>
              <a:ext cx="397932" cy="281686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F3B5B66-4F81-4E73-802C-1DD727B01159}"/>
                </a:ext>
              </a:extLst>
            </p:cNvPr>
            <p:cNvSpPr txBox="1">
              <a:spLocks/>
            </p:cNvSpPr>
            <p:nvPr/>
          </p:nvSpPr>
          <p:spPr>
            <a:xfrm>
              <a:off x="8125248" y="5478859"/>
              <a:ext cx="3723984" cy="57911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Kiran Ahire</a:t>
              </a:r>
              <a:br>
                <a:rPr lang="en-NL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400">
                  <a:solidFill>
                    <a:srgbClr val="FF0000"/>
                  </a:solidFill>
                  <a:latin typeface="Proxima Nova Medium" panose="02000506030000020004" pitchFamily="2" charset="0"/>
                  <a:cs typeface="Arial" panose="020B0604020202020204" pitchFamily="34" charset="0"/>
                </a:rPr>
                <a:t>Community Manager - Asia Pacific, TomTom</a:t>
              </a:r>
              <a:endParaRPr lang="en-NL">
                <a:solidFill>
                  <a:srgbClr val="FF0000"/>
                </a:solidFill>
                <a:latin typeface="Proxima Nova Medium" panose="0200050603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D5DA15-DE3F-AC21-C5F4-20915FE25597}"/>
                </a:ext>
              </a:extLst>
            </p:cNvPr>
            <p:cNvSpPr txBox="1">
              <a:spLocks/>
            </p:cNvSpPr>
            <p:nvPr/>
          </p:nvSpPr>
          <p:spPr>
            <a:xfrm>
              <a:off x="8096665" y="4878131"/>
              <a:ext cx="2355493" cy="7010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4000" b="1">
                  <a:latin typeface="Cochocib Script Latin Pro"/>
                  <a:cs typeface="Vijaya"/>
                </a:rPr>
                <a:t>Kiran Ahire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67EA566-EF9E-B471-A8AF-4058A3F86F55}"/>
                </a:ext>
              </a:extLst>
            </p:cNvPr>
            <p:cNvSpPr txBox="1"/>
            <p:nvPr/>
          </p:nvSpPr>
          <p:spPr>
            <a:xfrm>
              <a:off x="704183" y="525788"/>
              <a:ext cx="7502048" cy="673536"/>
            </a:xfrm>
            <a:prstGeom prst="rect">
              <a:avLst/>
            </a:prstGeom>
            <a:noFill/>
          </p:spPr>
          <p:txBody>
            <a:bodyPr wrap="square" lIns="57423" tIns="28711" rIns="57423" bIns="28711" rtlCol="0" anchor="t">
              <a:spAutoFit/>
            </a:bodyPr>
            <a:lstStyle/>
            <a:p>
              <a:r>
                <a:rPr lang="en-US" sz="4000" b="1" spc="63">
                  <a:latin typeface="☞GILROY-BOLD" pitchFamily="2" charset="77"/>
                </a:rPr>
                <a:t>CERTIFICATE OF PARTICIPATION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9A7B93-D37A-E650-37F5-499CE5F8A1DF}"/>
              </a:ext>
            </a:extLst>
          </p:cNvPr>
          <p:cNvCxnSpPr>
            <a:cxnSpLocks/>
          </p:cNvCxnSpPr>
          <p:nvPr/>
        </p:nvCxnSpPr>
        <p:spPr>
          <a:xfrm>
            <a:off x="8097006" y="5466631"/>
            <a:ext cx="318059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2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191b2d3-7d38-48ed-b3a4-7a9f420ca5cd}" enabled="1" method="Standard" siteId="{374f8026-7b54-4a3a-b87d-328fa26ec10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☞GILROY-BOLD</vt:lpstr>
      <vt:lpstr>Aptos</vt:lpstr>
      <vt:lpstr>Aptos Display</vt:lpstr>
      <vt:lpstr>Arial</vt:lpstr>
      <vt:lpstr>Cochocib Script Latin Pro</vt:lpstr>
      <vt:lpstr>Gilroy Bold</vt:lpstr>
      <vt:lpstr>Proxima Nova Medium</vt:lpstr>
      <vt:lpstr>Proxima Nova Rg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Nilesh Jagtap</dc:creator>
  <cp:lastModifiedBy>Nilesh Jagtap</cp:lastModifiedBy>
  <cp:revision>3</cp:revision>
  <dcterms:created xsi:type="dcterms:W3CDTF">2026-08-12T04:08:51Z</dcterms:created>
  <dcterms:modified xsi:type="dcterms:W3CDTF">2026-08-21T04:03:29Z</dcterms:modified>
</cp:coreProperties>
</file>